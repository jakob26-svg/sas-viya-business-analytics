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0080625" cy="567055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72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A68A4D6-B654-4EC5-B85B-3C5C2887F93E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021CB7C-FCAD-40E7-90B6-794A5781F05B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B70339B-90C2-41A1-A76C-6B99D72CD1D0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/>
          <p:nvPr/>
        </p:nvPicPr>
        <p:blipFill>
          <a:blip r:embed="rId2"/>
          <a:stretch/>
        </p:blipFill>
        <p:spPr>
          <a:xfrm>
            <a:off x="443160" y="497160"/>
            <a:ext cx="9158040" cy="4074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/>
          <p:nvPr/>
        </p:nvPicPr>
        <p:blipFill>
          <a:blip r:embed="rId2"/>
          <a:stretch/>
        </p:blipFill>
        <p:spPr>
          <a:xfrm>
            <a:off x="685800" y="457200"/>
            <a:ext cx="8844480" cy="4114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0</Words>
  <Application>Microsoft Office PowerPoint</Application>
  <PresentationFormat>Custom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Symbol</vt:lpstr>
      <vt:lpstr>Times New Roman</vt:lpstr>
      <vt:lpstr>Wingdings</vt:lpstr>
      <vt:lpstr>Office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Patrick Maher</cp:lastModifiedBy>
  <cp:revision>1</cp:revision>
  <dcterms:created xsi:type="dcterms:W3CDTF">2024-11-19T12:41:01Z</dcterms:created>
  <dcterms:modified xsi:type="dcterms:W3CDTF">2025-11-18T18:57:47Z</dcterms:modified>
  <dc:language>en-US</dc:language>
</cp:coreProperties>
</file>